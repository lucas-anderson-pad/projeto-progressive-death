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Progressive Death: plataforma 2D de armadilhas em pixel art. Equipe: Lucas Anderson, Ricardo e Felippe.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tres desenvolvedores; dividimos programacao, arte, level design e audio.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Plataforma de armadilhas; ciclo morre-aprende-avanca. Inspiracoes: Level Devil, Super Meat Boy, Celeste. Sem historia roteirizada.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cardeal: anda e pula; nada com o capacete; com a bota pisa nos inimigos. Comeca com 3 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Piranha (agua, -1 coracao), Ave/Gaviao (ar, mergulha, derrotada com a bota), destrocos e troncos na Fase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Fase 1 - floresta na superficie: espinhos (morte), chao falso, plataformas temporarias, colunas e a piranha. Portal ao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Mapa real da Fase 1 (~200 tiles): plataformas de terra, blocos de pedra e trechos de espinhos.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Fase 2 - queda: a camera desce sozinha; desviar da ave e dos destrocos. Cenario procedural.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Fase Secreta 1.5 - caverna submersa: nado e mergulho, guardada por piranhas; a recompensa e a bota.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Mapa real da fase secreta: caverna toda submersa, com tuneis e a bota escondida.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Sistemas: 3 vidas (coracoes), itens (capacete/bota), inventario, e as telas (inicio, game over, vitoria).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Espaco reservado para o video de gameplay - inserir o video aqui no PowerPoint (ou trocar por um clipe).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Prontos: Fases 1, 2 e Secreta + sistemas. Proximos: Fase 3 final, dificuldade, power-ups (escudo/dash) e build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 - obrigado! Duvidas?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